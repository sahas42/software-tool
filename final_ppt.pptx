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Risks in Dataset Usage in Modern Codebases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&amp; restrictive dataset licenses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usage hidden in code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lack legal awareness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inconsistent reviews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compliance checks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 with large repositories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43000"/>
            <a:ext cx="27432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963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liability &amp; compliance risks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misuse of data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publication failures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Gap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system bridges dataset license rules with actual code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SOLUTIONS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approaches fail to ensure dataset compliance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of codebases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legal + technical expertise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 for large projects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Analysis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6499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syntax &amp; code issues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understanding of dataset semantics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identify misuse of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7432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143000"/>
            <a:ext cx="27432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0759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 Scanners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9632" y="1682496"/>
            <a:ext cx="24140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dependency licenses only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dataset usage within code logic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of actual runtime behavior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Gap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solution connects dataset license rules with how code actually uses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pipeline to automatically detect dataset compliance violations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0574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YAML of dataset usage rules (parsed via LLM Extractor)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URL, local workspace, or ZIP upload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143000"/>
            <a:ext cx="20574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&amp; Embed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60904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understanding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60904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parses code structure (Semantic AST chunking)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Relevance-aware incremental indexing (SHA-256)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stores semantic vectors persistently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143000"/>
            <a:ext cx="20574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&amp; Reason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1456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sub-agent generates synthetic code for high-accuracy retrieval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evaluates flagged contexts against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416" y="1143000"/>
            <a:ext cx="205740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57416" y="1143000"/>
            <a:ext cx="2057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130759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22008" y="168249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22008" y="1920240"/>
            <a:ext cx="1728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Violation, file, severity, and actionable explanation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delta-indexing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via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python cli.py     | </a:t>
            </a:r>
            <a:r>
              <a:rPr lang="en-US" sz="1200" dirty="0">
                <a:solidFill>
                  <a:schemeClr val="bg1"/>
                </a:solidFill>
              </a:rPr>
              <a:t>Lightweight Vanilla UI backed by </a:t>
            </a:r>
            <a:r>
              <a:rPr lang="en-US" sz="1200" dirty="0" err="1">
                <a:solidFill>
                  <a:schemeClr val="bg1"/>
                </a:solidFill>
              </a:rPr>
              <a:t>FastAPI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WebSockets</a:t>
            </a:r>
            <a:r>
              <a:rPr lang="en-US" sz="1200" dirty="0">
                <a:solidFill>
                  <a:schemeClr val="bg1"/>
                </a:solidFill>
              </a:rPr>
              <a:t> for real-time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EVOLUTION: FROM MONOLITH TO DISTRIBUTED AGENTIC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Evolution from Initial Prototype to Final Release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6052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Prototype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started with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blocking API where long scans caused browser timeouts.</a:t>
            </a:r>
            <a:endParaRPr lang="en-US" sz="1000" dirty="0"/>
          </a:p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ChromaDB; wastefully re-indexed the entire project for every scan.</a:t>
            </a:r>
            <a:endParaRPr lang="en-US" sz="1000" dirty="0"/>
          </a:p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text splitting; missed violations due to a semantic gap.</a:t>
            </a:r>
            <a:endParaRPr lang="en-US" sz="1000" dirty="0"/>
          </a:p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Next.js frontend that overcomplicated the workflow.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605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97280"/>
            <a:ext cx="4160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618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Release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794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Infrastructure: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Celery + Redis for asynchronous, high-concurrency background task queues with real-time abort capabilities.</a:t>
            </a:r>
            <a:endParaRPr lang="en-US" sz="1000" dirty="0"/>
          </a:p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&amp; Smart Storage: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database paired with incremental delta-indexing (SHA-256) for lightning-fast subsequent scans.</a:t>
            </a:r>
            <a:endParaRPr lang="en-US" sz="1000" dirty="0"/>
          </a:p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Boundaries: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AST integration ensures contextually complete functions and classes are indexed, not arbitrary text chunks.</a:t>
            </a:r>
            <a:endParaRPr lang="en-US" sz="1000" dirty="0"/>
          </a:p>
          <a:p>
            <a:pPr marL="342900" indent="-342900" algn="l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Agentic RAG: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(Hypothetical Document Embeddings) sub-agent actively bridges the semantic gap for highly accurate code retrieval.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UI: </a:t>
            </a: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000" dirty="0">
                <a:solidFill>
                  <a:schemeClr val="bg1"/>
                </a:solidFill>
              </a:rPr>
              <a:t>everted to a lightweight, vanilla HTML/JS UI with </a:t>
            </a:r>
            <a:r>
              <a:rPr lang="en-US" sz="1000" dirty="0" err="1">
                <a:solidFill>
                  <a:schemeClr val="bg1"/>
                </a:solidFill>
              </a:rPr>
              <a:t>FastAPI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WebSockets</a:t>
            </a:r>
            <a:r>
              <a:rPr lang="en-US" sz="1000" dirty="0">
                <a:solidFill>
                  <a:schemeClr val="bg1"/>
                </a:solidFill>
              </a:rPr>
              <a:t> for live, real-time progress feeds and improved clarity.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472</Words>
  <Application>Microsoft Office PowerPoint</Application>
  <PresentationFormat>On-screen Show (16:9)</PresentationFormat>
  <Paragraphs>72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Compliance Checker</dc:title>
  <dc:subject>PptxGenJS Presentation</dc:subject>
  <dc:creator>PptxGenJS</dc:creator>
  <cp:lastModifiedBy>Sahasvat Rajkumar</cp:lastModifiedBy>
  <cp:revision>3</cp:revision>
  <dcterms:created xsi:type="dcterms:W3CDTF">2026-05-07T07:54:56Z</dcterms:created>
  <dcterms:modified xsi:type="dcterms:W3CDTF">2026-05-08T13:41:17Z</dcterms:modified>
</cp:coreProperties>
</file>