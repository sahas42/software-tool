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Compliance Checker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37744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37744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274320" cy="2743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087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008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config or auto-extracted from PDFs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dirs, ZIPs, or GitHub repos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108960" y="1280160"/>
            <a:ext cx="34747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108960" y="1280160"/>
            <a:ext cx="34747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5087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Pipelines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291840" y="19659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codebase → Gemini 1M-token context → one-shot analysis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983480" y="19659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chunking → Qdrant vectors → HyDE sub-agent → targeted retrieval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846320" y="2011680"/>
            <a:ext cx="0" cy="8686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58000" y="1280160"/>
            <a:ext cx="201168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58000" y="1280160"/>
            <a:ext cx="201168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50876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0664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Layer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040880" y="19202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JSON schema for deterministic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for rate limits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880360" y="21945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629400" y="219456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" y="3474720"/>
            <a:ext cx="530352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3474720"/>
            <a:ext cx="53035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0332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4008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report: violated rule, file/line, code snippet, severity, explanation  •  Non-zero exit code for CI pipelines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3474720"/>
            <a:ext cx="283464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35040" y="3474720"/>
            <a:ext cx="2834640" cy="54864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03320"/>
            <a:ext cx="228600" cy="228600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703320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5800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Interfaces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6217920" y="4069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compliance_checker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UI (server.py)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7863840" y="315468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2026-04-07T03:10:49Z</dcterms:created>
  <dcterms:modified xsi:type="dcterms:W3CDTF">2026-04-07T03:10:49Z</dcterms:modified>
</cp:coreProperties>
</file>