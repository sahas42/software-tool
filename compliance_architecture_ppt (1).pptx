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Risks in Dataset Usage in Modern Codebases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74320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07592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682496"/>
            <a:ext cx="24140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&amp; restrictive dataset licenses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usage hidden in code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lack legal awareness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74320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143000"/>
            <a:ext cx="27432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307592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Today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64992" y="1682496"/>
            <a:ext cx="24140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inconsistent reviews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compliance checks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poorly with large repositories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74320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143000"/>
            <a:ext cx="274320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307592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99632" y="1682496"/>
            <a:ext cx="24140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liability &amp; compliance risks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misuse of data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publication failures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931920"/>
            <a:ext cx="73152" cy="914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23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Gap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3159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system bridges dataset license rules with actual code behavior.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EXISTING SOLUTIONS &amp; LIMITATIONS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approaches fail to ensure dataset compliance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74320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07592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Review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682496"/>
            <a:ext cx="24140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of codebases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legal + technical expertise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scalable for large projects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74320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143000"/>
            <a:ext cx="27432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307592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Analysis Tools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64992" y="1682496"/>
            <a:ext cx="24140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syntax &amp; code issues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understanding of dataset semantics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identify misuse of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74320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143000"/>
            <a:ext cx="274320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307592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License Scanners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99632" y="1682496"/>
            <a:ext cx="24140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dependency licenses only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dataset usage within code logic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 of actual runtime behavior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931920"/>
            <a:ext cx="73152" cy="914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23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Gap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3159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solution connects dataset license rules with how code actually uses the data.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RAG-powered pipeline to automatically detect dataset compliance violations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05740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20574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07592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682496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provides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920240"/>
            <a:ext cx="17282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YAML of dataset usage rules (parsed via LLM Extractor)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URL, local workspace, or ZIP upload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96312" y="1143000"/>
            <a:ext cx="205740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96312" y="1143000"/>
            <a:ext cx="20574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0904" y="1307592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 &amp; Embed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60904" y="1682496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understanding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60904" y="1920240"/>
            <a:ext cx="17282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Tree-sitter parses code structure (Semantic AST chunking)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Relevance-aware incremental indexing (SHA-256)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stores semantic vectors persistently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143000"/>
            <a:ext cx="205740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1143000"/>
            <a:ext cx="20574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1307592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 &amp; Reason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91456" y="1682496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91456" y="1920240"/>
            <a:ext cx="17282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sub-agent generates synthetic code for high-accuracy retrieval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evaluates flagged contexts against rules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57416" y="1143000"/>
            <a:ext cx="205740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57416" y="1143000"/>
            <a:ext cx="20574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2008" y="1307592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22008" y="1682496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22008" y="1920240"/>
            <a:ext cx="17282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Violation, file, severity, and actionable explanation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 delta-indexing integration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931920"/>
            <a:ext cx="73152" cy="914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023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via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" y="43159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python cli.py     |     Web: Lightweight Flask UI with WebSockets for real-time feeds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EVOLUTION: FROM MONOLITH TO DISTRIBUTED AGENTIC ENGINE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Evolution from Initial Prototype to Final Release Architecture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6052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16052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6187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 Prototype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started with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794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blocking API where long scans caused browser timeouts.</a:t>
            </a:r>
            <a:endParaRPr lang="en-US" sz="1000" dirty="0"/>
          </a:p>
          <a:p>
            <a:pPr algn="l" marL="342900" indent="-342900">
              <a:buSzPct val="100000"/>
              <a:buChar char="▪"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ChromaDB; wastefully re-indexed the entire project for every scan.</a:t>
            </a:r>
            <a:endParaRPr lang="en-US" sz="1000" dirty="0"/>
          </a:p>
          <a:p>
            <a:pPr algn="l" marL="342900" indent="-342900">
              <a:buSzPct val="100000"/>
              <a:buChar char="▪"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text splitting; missed violations due to a semantic gap.</a:t>
            </a:r>
            <a:endParaRPr lang="en-US" sz="1000" dirty="0"/>
          </a:p>
          <a:p>
            <a:pPr algn="l" marL="342900" indent="-342900">
              <a:buSzPct val="100000"/>
              <a:buChar char="▪"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Next.js frontend that overcomplicated the workflow.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16052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097280"/>
            <a:ext cx="41605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6187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Release Architecture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920240"/>
            <a:ext cx="3794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Infrastructure: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+ Celery + Redis for asynchronous, high-concurrency background task queues with real-time abort capabilities.</a:t>
            </a:r>
            <a:endParaRPr lang="en-US" sz="1000" dirty="0"/>
          </a:p>
          <a:p>
            <a:pPr algn="l" marL="342900" indent="-342900">
              <a:buSzPct val="100000"/>
              <a:buChar char="▪"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&amp; Smart Storage: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database paired with incremental delta-indexing (SHA-256) for lightning-fast subsequent scans.</a:t>
            </a:r>
            <a:endParaRPr lang="en-US" sz="1000" dirty="0"/>
          </a:p>
          <a:p>
            <a:pPr algn="l" marL="342900" indent="-342900">
              <a:buSzPct val="100000"/>
              <a:buChar char="▪"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Boundaries: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Tree-sitter AST integration ensures contextually complete functions and classes are indexed, not arbitrary text chunks.</a:t>
            </a:r>
            <a:endParaRPr lang="en-US" sz="1000" dirty="0"/>
          </a:p>
          <a:p>
            <a:pPr algn="l" marL="342900" indent="-342900">
              <a:buSzPct val="100000"/>
              <a:buChar char="▪"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Agentic RAG: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(Hypothetical Document Embeddings) sub-agent actively bridges the semantic gap for highly accurate code retrieval.</a:t>
            </a:r>
            <a:endParaRPr lang="en-US" sz="1000" dirty="0"/>
          </a:p>
          <a:p>
            <a:pPr algn="l" marL="342900" indent="-342900">
              <a:buSzPct val="100000"/>
              <a:buChar char="▪"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UI: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Reverted to a lightweight, vanilla Flask-based UI with WebSockets for live, real-time progress feeds and improved clarity.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Dataset Compliance Checker</dc:title>
  <dc:subject>PptxGenJS Presentation</dc:subject>
  <dc:creator>PptxGenJS</dc:creator>
  <cp:lastModifiedBy>PptxGenJS</cp:lastModifiedBy>
  <cp:revision>1</cp:revision>
  <dcterms:created xsi:type="dcterms:W3CDTF">2026-05-07T07:54:56Z</dcterms:created>
  <dcterms:modified xsi:type="dcterms:W3CDTF">2026-05-07T07:54:56Z</dcterms:modified>
</cp:coreProperties>
</file>